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914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OF GONDAR • COLLEGE OF INFORMATICS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APPOINTMENT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Cross-Platform Mobile &amp; Web Solution for Higher Education Scheduling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Project: Mobile Application Development (CoIt-3112)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 Department of Information Technology (IT) Project Team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of Submission: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SCHEDULING CRISIS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Institutional Bottleneck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Manual, Paper-Based Workflows: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Traditional office queues waste valuable study hours standing outside offices.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Real-Time Availability: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Students lack visibility into whether service providers are out-of-office, in a meeting, or free.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 Fragmentation &amp; Loss: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Supporting files (medical certificates, registration forms) get misplaced in chaotic email chains.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Telehealth &amp; Virtual Consultations Gap: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Distance students must manually coordinate virtual meetings, leading to disconnected experiences.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1280160"/>
            <a:ext cx="33832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BOTTLENECK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9202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Chaotic Queues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Blind Bookings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Missing Documents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Fractured Communication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High institutional friction and reduced student academic satisfaction.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Vision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Digital Scheduler: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Bridge the gap between students and administrative/clinical departments through an intuitive, centralized portal.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Reactive Synchronization: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Enable immediate booking confirmation, cancellation reason tracking, and instant role-based dashboard updates.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Robust State Preservation (Routing Cache):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Implement background routing cache models so user sessions survive unintended web browser refreshes cleanly.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Attendance &amp; Validation Automation: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Leverage local secure QR code ticket generation and mobile scanning for quick, authenticated attendance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ACTORS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Role Workflows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 &amp; Filter Departments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Available Time Slots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Upload Support Attachments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Text Messaging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Check-in QR Codes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Jitsi Telehealth Join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PROVIDER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incoming Booking Pipeline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Single-Click Confirm/Decline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Decline Explanations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QR Attendance Scanner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 Availability Switch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In-App Jitsi Video Rooms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Department Entity Setup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Role Elevation Console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Multi-Department Auditing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Category Tuning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Transaction Logs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General Analytics Metrics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Front-End (Client Layer):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Cross-platform app built natively with Flutter, using MultiProvider state controllers and SharedPreferences local caching.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Transport Layer (APIs &amp; Real-time):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REST APIs via Axios/HTTP clients and WebSockets via Socket.IO for immediate, timezone-aware chats.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Back-End (Service Layer):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Node.js and Express REST engines secured by JSON Web Token (JWT) authenticators.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(Persistence Layer):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Scalable, cloud-hosted MongoDB Atlas Cluster supporting schema-based collection configurations.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1280160"/>
            <a:ext cx="338328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463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&amp;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8288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Flutter Client UI ] 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▲ (State Controllers)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▼  │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REST APIs &amp; WebSockets ] 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▲ (JWT Secured Route)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▼  │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Node.js Express Server ] 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▲ (Mongoose schemas)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▼  │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MongoDB Atlas (Cloud) 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INNOVATIONS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Engineering Enhancements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Routing State Preservation (Web Refresh Recovery):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Challenge: Organic web browser page refreshes normally wipe out current screen routes.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Solution: Integrated SharedPreferences state interceptor in all core dashboard screen views, restoring the user's active screen (e.g. `my_appointments` vs `manage_appointments`) upon reload.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Conditional Jitsi Meet Video Compilation: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Challenge: Native Jitsi video SDKs cause build failures and compiler conflicts on Flutter web platforms.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Solution: Built a Conditional Stub Architecture wrapper using dynamic platform queries (kIsWeb) to load native mobile controllers for apps, falling back to seamless native browser stubs (`js.context.callMethod('open')`) for web clients.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&amp; VIDEO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Consultation &amp; Jitsi Portals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Appointments Portal (Student View)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Displays a chronological list of student appointments with colored status flags.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In-app deep integration with virtual meeting rooms.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One-tap 'JOIN CALL' action triggers virtual meeting launchers.</a:t>
            </a:r>
            <a:endParaRPr lang="en-US" sz="1100" dirty="0"/>
          </a:p>
        </p:txBody>
      </p:sp>
      <p:pic>
        <p:nvPicPr>
          <p:cNvPr id="6" name="Image 0" descr="assets/media__17790100921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743200"/>
            <a:ext cx="384048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Dashboard (Staff/Advisor View)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Granular overview of incoming appointment requests.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Lists download links to file attachments uploaded by students.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actions: green-lit 'Approve' and red-lit 'Reject'.</a:t>
            </a:r>
            <a:endParaRPr lang="en-US" sz="1100" dirty="0"/>
          </a:p>
        </p:txBody>
      </p:sp>
      <p:pic>
        <p:nvPicPr>
          <p:cNvPr id="8" name="Image 1" descr="assets/media__177901290216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743200"/>
            <a:ext cx="3840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&amp; Staff Administration Controls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Category Configurator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Staff/Admin portal to add and manage different services.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customizable service durations (e.g. 30 mins) and link to respective departmental heads.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grid edit interfaces built using Material Design cards.</a:t>
            </a:r>
            <a:endParaRPr lang="en-US" sz="1100" dirty="0"/>
          </a:p>
        </p:txBody>
      </p:sp>
      <p:pic>
        <p:nvPicPr>
          <p:cNvPr id="6" name="Image 0" descr="assets/media__177900338339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743200"/>
            <a:ext cx="384048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Booking Pipelines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Comprehensive timeline dashboard listing all student requests.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Displays dynamic cancellation notices and approved virtual schedules.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Role-filtered metrics track institutional workloads.</a:t>
            </a:r>
            <a:endParaRPr lang="en-US" sz="1100" dirty="0"/>
          </a:p>
        </p:txBody>
      </p:sp>
      <p:pic>
        <p:nvPicPr>
          <p:cNvPr id="8" name="Image 1" descr="assets/media__177900325940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743200"/>
            <a:ext cx="3840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System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API Cloud Deployments: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Express.js server deployed onto Render hosting servers with static root redirect mappings for web clients.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Cloud Database Orchestration: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MongoDB local databases successfully migrated to secure MongoDB Atlas cloud instances, configured with role-based accessibility filters.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Client-Side Executable Compilations: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Web: Bundles generated via `flutter build web` served automatically as static public middleware assets.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Android: Release packages (`app-release.apk`) successfully compiled ready for student downloads.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1280160"/>
            <a:ext cx="33832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9202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BACKEND STACK: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Hosting: Render Cloud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DB: MongoDB Atlas (Live)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Auth: Salter BCrypt / JWT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FRONTEND STACK: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Framework: Flutter 3.x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Deploy Web: Built-in middleware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Deploy Android: Release APK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9144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Seamless Future for Campus Scheduling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ACHIEVEMENTS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Successfully unified student/staff calendars into a responsive, real-time dashboard.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Overcame web browser reload routing resets using persistence caches.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Eliminated mobile-web compilation conflicts through conditional stub layers.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AI-Driven Auto-Scheduling: Intelligently matching students with optimal advisor time slots.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Push Notifications: Automatic WhatsApp &amp; SMS alert chains (via Twilio).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Advanced Office Analytics: Admin reports mapping department load metrics over semesters.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2026-05-17T18:29:00Z</dcterms:created>
  <dcterms:modified xsi:type="dcterms:W3CDTF">2026-05-17T18:29:00Z</dcterms:modified>
</cp:coreProperties>
</file>